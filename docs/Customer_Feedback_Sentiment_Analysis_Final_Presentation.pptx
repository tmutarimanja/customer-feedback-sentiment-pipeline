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Customer Feedback Sentiment Analysis - Fintech 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DD8E6"/>
                </a:solidFill>
              </a:defRPr>
            </a:pPr>
            <a:r>
              <a:t>Comprehensive AWS Free Tier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Automates customer feedback sentiment analysis for fintech companies.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Processes uploaded feedback files, performs analysis, and visualizes results in real-time.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Uses AWS services: S3, Lambda, DynamoDB, API Gateway, and Vue.js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Fintech firms face challenges managing large volumes of customer feedback.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Manual sentiment analysis is inefficient and prone to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Real-time insights are needed to improve customer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Serverless pipeline on AWS integrating S3, Lambda, DynamoDB, and SNS.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Processes textual feedback data and classifies sentiments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Frontend dashboard offers analytics visualization and real-time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S3 Bucket → Lambda → DynamoDB → API Gateway → Dashboard → SNS → CloudWatch.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Fully serverless architecture for cost efficiency and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Development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Backend: Python Lambda functions using rule-based sentiment detection.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Frontend: Vue.js + Chart.js interactive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Infrastructure: AWS SAM templates for deployment and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Security via IAM roles, S3 encryption, and Cognito authentication.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Deployment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1. Configure AWS CLI and SAM CLI locally.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2. Deploy backend via AWS SAM and CloudFormation templates.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3. Host frontend on CloudFront with custom domain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4. Integrate API Gateway with Lambda endpoints.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5. Test using sample feedback uploads.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Sentiment Analysis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Rule-based algorithm detects sentiment using positive and negative keywords.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Positive: good, great, love, excellent; Negative: bad, hate, frustrated.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Confidence score calculated by keyword frequency density.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Neutral classification when ambiguity is detected.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AWS Services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Amazon S3 – Storage of customer feedback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AWS Lambda – Real-time sentiment analysis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DynamoDB – Storage of sentiment results and metadata.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API Gateway – REST API integration for the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SNS – Alerts on negative sentiments.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CloudWatch – Monitoring and performance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59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Cognito – Authentication and access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Monitoring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CloudWatch metrics for Lambda execution and error tracking.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IAM roles enforcing least-privilege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VPC endpoints for secure private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S3 encryption and API Gateway throttling for security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Deployment errors resolved through SAM debugging.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CORS issues fixed by proper API Gateway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JSON parsing inconsistencies handled via schema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Performance optimization via Lambda memory 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Reduced manual feedback analysis time by 90%.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Enabled proactive customer issue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Improved decision-making using sentiment-driven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Enhanced customer satisfaction and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Multi-language sentiment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ML-driven sentiment prediction model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Advanced analytics dashboards with time-series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CRM system integration for automated feedback loops.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Demonstrates effective use of AWS Free Tier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Showcases serverless data analysis and visualization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Supports real-time, scalable sentiment analytics for fintechs.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DCE6FA"/>
                </a:solidFill>
              </a:defRPr>
            </a:pPr>
            <a:r>
              <a:t>• Highlights deep understanding of cloud deployment and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