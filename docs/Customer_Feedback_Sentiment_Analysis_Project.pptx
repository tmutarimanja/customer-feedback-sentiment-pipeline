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 Sentiment Analysis – Fintech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Automated sentiment analysis for fintech customer feedback.</a:t>
            </a:r>
            <a:br/>
            <a:r>
              <a:t>Processes text files via AWS Lambda and visualizes results on a Vue.js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Manual feedback analysis is slow and unscalable.</a:t>
            </a:r>
            <a:br/>
            <a:r>
              <a:t>This system automates sentiment classification, real-time monitoring, and alerting for negative sentiment.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Data Flow: S3 → Lambda → DynamoDB → API Gateway → Vue.js Dashboard → SNS → CloudWatch</a:t>
            </a:r>
            <a:br/>
            <a:r>
              <a:t>Serverless, event-driven, and fully automated.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• S3 – Store uploaded feedback files.</a:t>
            </a:r>
            <a:br/>
            <a:r>
              <a:t>• Lambda – Process files and perform rule-based sentiment analysis.</a:t>
            </a:r>
            <a:br/>
            <a:r>
              <a:t>• DynamoDB – Store results and metadata.</a:t>
            </a:r>
            <a:br/>
            <a:r>
              <a:t>• SNS – Send alerts for negative sentiment.</a:t>
            </a:r>
            <a:br/>
            <a:r>
              <a:t>• API Gateway – Connect frontend with backend.</a:t>
            </a:r>
            <a:br/>
            <a:r>
              <a:t>• CloudWatch – Monitor logs and metrics.</a:t>
            </a:r>
            <a:br/>
            <a:r>
              <a:t>• Cognito (optional) – Manage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1. Setup AWS environment and CLI tools.</a:t>
            </a:r>
            <a:br/>
            <a:r>
              <a:t>2. Define infrastructure with AWS SAM.</a:t>
            </a:r>
            <a:br/>
            <a:r>
              <a:t>3. Deploy Lambdas, S3, DynamoDB, and SNS.</a:t>
            </a:r>
            <a:br/>
            <a:r>
              <a:t>4. Connect frontend via API Gateway.</a:t>
            </a:r>
            <a:br/>
            <a:r>
              <a:t>5. Monitor performance with CloudWatch.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SAM Template Example (YAML)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Resources:</a:t>
            </a:r>
            <a:br/>
            <a:r>
              <a:t>  SentimentProcessorFn:</a:t>
            </a:r>
            <a:br/>
            <a:r>
              <a:t>    Type: AWS::Serverless::Function</a:t>
            </a:r>
            <a:br/>
            <a:r>
              <a:t>    Properties:</a:t>
            </a:r>
            <a:br/>
            <a:r>
              <a:t>      Events:</a:t>
            </a:r>
            <a:br/>
            <a:r>
              <a:t>        S3PutEvent:</a:t>
            </a:r>
            <a:br/>
            <a:r>
              <a:t>          Type: S3</a:t>
            </a:r>
            <a:br/>
            <a:r>
              <a:t>          Properties:</a:t>
            </a:r>
            <a:br/>
            <a:r>
              <a:t>            Events: s3:ObjectCreated:*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Sentiment Processor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if "good" in text:</a:t>
            </a:r>
            <a:br/>
            <a:r>
              <a:t>    sentiment = "Positive"</a:t>
            </a:r>
            <a:br/>
            <a:r>
              <a:t>elif "bad" in text:</a:t>
            </a:r>
            <a:br/>
            <a:r>
              <a:t>    sentiment = "Negative"</a:t>
            </a:r>
            <a:br/>
            <a:r>
              <a:t>else:</a:t>
            </a:r>
            <a:br/>
            <a:r>
              <a:t>    sentiment = "Neutral"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Handler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def handler(event, context):</a:t>
            </a:r>
            <a:br/>
            <a:r>
              <a:t>    route = event.get("rawPath","/")</a:t>
            </a:r>
            <a:br/>
            <a:r>
              <a:t>    if route.endswith("/stats"):</a:t>
            </a:r>
            <a:br/>
            <a:r>
              <a:t>        # return summary sentiment data</a:t>
            </a:r>
            <a:br/>
            <a:r>
              <a:t>        return resp(200, {"positive":10, "negative":2, "neutral":5})</a:t>
            </a:r>
            <a:br/>
            <a:r>
              <a:t>    return resp(200, {"ok": True})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Integration (Vue.js)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const res = await fetch(`${apiBase}/stats`);</a:t>
            </a:r>
            <a:br/>
            <a:r>
              <a:t>const data = await res.json();</a:t>
            </a:r>
            <a:br/>
            <a:r>
              <a:t>new Chart(canvasRef.value, {</a:t>
            </a:r>
            <a:br/>
            <a:r>
              <a:t>  type: 'bar',</a:t>
            </a:r>
            <a:br/>
            <a:r>
              <a:t>  data: { labels: ['Positive','Negative','Neutral'], datasets: [{ data: [10,2,5] }] }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Deploy using SAM CLI:</a:t>
            </a:r>
            <a:br/>
            <a:r>
              <a:t>sam build &amp;&amp; sam deploy --guided</a:t>
            </a:r>
            <a:br/>
            <a:br/>
            <a:r>
              <a:t>Monitor Lambda logs via CloudWatch.</a:t>
            </a:r>
            <a:br/>
            <a:r>
              <a:t>Receive alerts for negative sentiment via SNS.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Challenge: Handling large files → Solution: S3-triggered Lambda processing.</a:t>
            </a:r>
            <a:br/>
            <a:r>
              <a:t>Challenge: Avoiding ML cost → Solution: Custom rule-based algorithm.</a:t>
            </a:r>
            <a:br/>
            <a:r>
              <a:t>Challenge: Integration → Solution: REST APIs via API Gateway.</a:t>
            </a:r>
            <a:br/>
            <a:r>
              <a:t>Challenge: Security → Solution: IAM least privilege + encryption.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• Reduced manual analysis time by 90%</a:t>
            </a:r>
            <a:br/>
            <a:r>
              <a:t>• Real-time alerts improved response time</a:t>
            </a:r>
            <a:br/>
            <a:r>
              <a:t>• Increased customer insight visibility</a:t>
            </a:r>
            <a:br/>
            <a:r>
              <a:t>• Operates entirely in AWS Free Tier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Key Learnings:</a:t>
            </a:r>
            <a:br/>
            <a:r>
              <a:t>• Serverless architecture improves scalability and cost efficiency.</a:t>
            </a:r>
            <a:br/>
            <a:r>
              <a:t>• AWS integration simplifies automation.</a:t>
            </a:r>
            <a:br/>
            <a:r>
              <a:t>• Practical experience with multi-service orchestration.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• Multi-language sentiment analysis.</a:t>
            </a:r>
            <a:br/>
            <a:r>
              <a:t>• Integration with CRM systems.</a:t>
            </a:r>
            <a:br/>
            <a:r>
              <a:t>• Machine learning model training for accuracy.</a:t>
            </a:r>
            <a:br/>
            <a:r>
              <a:t>• Advanced reporting and dashboards.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